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59" r:id="rId6"/>
    <p:sldId id="273" r:id="rId7"/>
    <p:sldId id="260" r:id="rId8"/>
    <p:sldId id="261" r:id="rId9"/>
    <p:sldId id="262" r:id="rId10"/>
    <p:sldId id="272" r:id="rId11"/>
    <p:sldId id="263" r:id="rId12"/>
    <p:sldId id="264" r:id="rId13"/>
    <p:sldId id="265" r:id="rId14"/>
    <p:sldId id="267" r:id="rId15"/>
    <p:sldId id="268" r:id="rId16"/>
    <p:sldId id="270" r:id="rId17"/>
    <p:sldId id="269" r:id="rId18"/>
  </p:sldIdLst>
  <p:sldSz cx="9144000" cy="5143500" type="screen16x9"/>
  <p:notesSz cx="6858000" cy="9144000"/>
  <p:embeddedFontLst>
    <p:embeddedFont>
      <p:font typeface="Montserrat" panose="020B0600000101010101" charset="0"/>
      <p:regular r:id="rId20"/>
      <p:bold r:id="rId21"/>
      <p:italic r:id="rId22"/>
      <p:boldItalic r:id="rId23"/>
    </p:embeddedFont>
    <p:embeddedFont>
      <p:font typeface="Lato" panose="020B0600000101010101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6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Shape 1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Shape 2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Shape 2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Shape 28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Shape 2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Shape 3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Shape 4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Shape 4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Shape 4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Shape 5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Shape 5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Shape 5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Shape 6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Shape 6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hape 7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Shape 7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Shape 7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Shape 8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Shape 82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Shape 9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Shape 9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Shape 96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Shape 10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Shape 10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Shape 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Shape 10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Shape 10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Shape 10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Shape 11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Shape 1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Shape 1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Shape 1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Shape 1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Shape 11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Shape 125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Shape 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 dirty="0" err="1"/>
              <a:t>Tensorflow</a:t>
            </a:r>
            <a:r>
              <a:rPr lang="en-US" altLang="ko-KR" dirty="0"/>
              <a:t> </a:t>
            </a:r>
            <a:r>
              <a:rPr lang="ko-KR" altLang="en-US" dirty="0"/>
              <a:t>사용하기</a:t>
            </a:r>
            <a:endParaRPr dirty="0"/>
          </a:p>
        </p:txBody>
      </p:sp>
      <p:sp>
        <p:nvSpPr>
          <p:cNvPr id="135" name="Shape 135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dirty="0"/>
              <a:t>손수민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ko-KR" altLang="en-US" dirty="0"/>
              <a:t>나는 </a:t>
            </a:r>
            <a:r>
              <a:rPr lang="en-US" altLang="ko-KR" dirty="0" err="1"/>
              <a:t>Tensorflow</a:t>
            </a:r>
            <a:r>
              <a:rPr lang="ko-KR" altLang="en-US" dirty="0"/>
              <a:t>를 왜 하는가</a:t>
            </a:r>
            <a:r>
              <a:rPr lang="en-US" altLang="ko-KR" dirty="0"/>
              <a:t>?</a:t>
            </a:r>
            <a:endParaRPr dirty="0"/>
          </a:p>
        </p:txBody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ko-KR" sz="2400" dirty="0"/>
              <a:t>(2018_05_02)</a:t>
            </a:r>
          </a:p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lang="ko-KR" altLang="en-US" sz="2400" dirty="0" err="1"/>
              <a:t>딥러닝이</a:t>
            </a:r>
            <a:r>
              <a:rPr lang="ko-KR" altLang="en-US" sz="2400" dirty="0"/>
              <a:t> 어떻게 진행되는지 알고 싶어서</a:t>
            </a:r>
            <a:endParaRPr lang="en-US" altLang="ko-KR" sz="2400" dirty="0"/>
          </a:p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endParaRPr lang="en-US" altLang="ko-KR" sz="2400" dirty="0"/>
          </a:p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lang="ko-KR" altLang="en-US" sz="2400" dirty="0"/>
              <a:t>사람들이 많이 사용해서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4A8CD-73EB-4163-B574-340E1F4C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/>
              <a:t>Tensorflow</a:t>
            </a:r>
            <a:r>
              <a:rPr lang="en-US" altLang="ko-KR" sz="2800" dirty="0"/>
              <a:t> </a:t>
            </a:r>
            <a:r>
              <a:rPr lang="ko-KR" altLang="en-US" sz="2800" dirty="0"/>
              <a:t>코드는 일반 </a:t>
            </a:r>
            <a:r>
              <a:rPr lang="ko-KR" altLang="en-US" sz="2800" dirty="0" err="1"/>
              <a:t>코드랑</a:t>
            </a:r>
            <a:r>
              <a:rPr lang="ko-KR" altLang="en-US" sz="2800" dirty="0"/>
              <a:t> </a:t>
            </a:r>
            <a:r>
              <a:rPr lang="ko-KR" altLang="en-US" sz="2800" dirty="0" err="1"/>
              <a:t>다른가</a:t>
            </a:r>
            <a:endParaRPr lang="ko-KR" altLang="en-US" sz="2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775DAA-66C2-4B8E-8AE2-EB42EB6DA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800" dirty="0"/>
              <a:t>데이터는 </a:t>
            </a:r>
            <a:r>
              <a:rPr lang="en-US" altLang="ko-KR" sz="1800" dirty="0"/>
              <a:t>Tensor</a:t>
            </a:r>
            <a:r>
              <a:rPr lang="ko-KR" altLang="en-US" sz="1800" dirty="0"/>
              <a:t>로 표현된다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dirty="0"/>
              <a:t>Variable</a:t>
            </a:r>
            <a:r>
              <a:rPr lang="ko-KR" altLang="en-US" sz="1800" dirty="0"/>
              <a:t>는 그 상태를 유지한다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연산</a:t>
            </a:r>
            <a:r>
              <a:rPr lang="en-US" altLang="ko-KR" sz="1800" dirty="0"/>
              <a:t>(computation)</a:t>
            </a:r>
            <a:r>
              <a:rPr lang="ko-KR" altLang="en-US" sz="1800" dirty="0"/>
              <a:t>은 그래프로 표현한다</a:t>
            </a:r>
            <a:r>
              <a:rPr lang="en-US" altLang="ko-KR" sz="1800" dirty="0"/>
              <a:t>. (Node</a:t>
            </a:r>
            <a:r>
              <a:rPr lang="ko-KR" altLang="en-US" sz="1800" dirty="0"/>
              <a:t> </a:t>
            </a:r>
            <a:r>
              <a:rPr lang="en-US" altLang="ko-KR" sz="1800" dirty="0"/>
              <a:t>+</a:t>
            </a:r>
            <a:r>
              <a:rPr lang="ko-KR" altLang="en-US" sz="1800" dirty="0"/>
              <a:t> </a:t>
            </a:r>
            <a:r>
              <a:rPr lang="en-US" altLang="ko-KR" sz="1800" dirty="0"/>
              <a:t>Edge)</a:t>
            </a:r>
          </a:p>
          <a:p>
            <a:endParaRPr lang="en-US" altLang="ko-KR" sz="1800" dirty="0"/>
          </a:p>
          <a:p>
            <a:r>
              <a:rPr lang="en-US" altLang="ko-KR" sz="1800" dirty="0"/>
              <a:t>Node</a:t>
            </a:r>
            <a:r>
              <a:rPr lang="ko-KR" altLang="en-US" sz="1800" dirty="0"/>
              <a:t>는 </a:t>
            </a:r>
            <a:r>
              <a:rPr lang="en-US" altLang="ko-KR" sz="1800" dirty="0"/>
              <a:t>Op (operation, </a:t>
            </a:r>
            <a:r>
              <a:rPr lang="ko-KR" altLang="en-US" sz="1800" dirty="0"/>
              <a:t>작업</a:t>
            </a:r>
            <a:r>
              <a:rPr lang="en-US" altLang="ko-KR" sz="1800" dirty="0"/>
              <a:t>) </a:t>
            </a:r>
            <a:r>
              <a:rPr lang="ko-KR" altLang="en-US" sz="1800" dirty="0"/>
              <a:t>이라고도</a:t>
            </a:r>
            <a:r>
              <a:rPr lang="en-US" altLang="ko-KR" sz="1800" dirty="0"/>
              <a:t> </a:t>
            </a:r>
            <a:r>
              <a:rPr lang="ko-KR" altLang="en-US" sz="1800" dirty="0"/>
              <a:t>부른다</a:t>
            </a:r>
            <a:r>
              <a:rPr lang="en-US" altLang="ko-KR" sz="1800" dirty="0"/>
              <a:t>.</a:t>
            </a:r>
          </a:p>
          <a:p>
            <a:pPr marL="146050" indent="0">
              <a:buNone/>
            </a:pPr>
            <a:endParaRPr lang="en-US" altLang="ko-KR" sz="1800" dirty="0"/>
          </a:p>
          <a:p>
            <a:r>
              <a:rPr lang="ko-KR" altLang="en-US" sz="1800" dirty="0"/>
              <a:t>그래프는 세션 내에서 실행된다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714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4A8CD-73EB-4163-B574-340E1F4C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/>
              <a:t>Tensorflow</a:t>
            </a:r>
            <a:r>
              <a:rPr lang="en-US" altLang="ko-KR" sz="2800" dirty="0"/>
              <a:t> </a:t>
            </a:r>
            <a:r>
              <a:rPr lang="ko-KR" altLang="en-US" sz="2800" dirty="0"/>
              <a:t>코드는 일반 </a:t>
            </a:r>
            <a:r>
              <a:rPr lang="ko-KR" altLang="en-US" sz="2800" dirty="0" err="1"/>
              <a:t>코드랑</a:t>
            </a:r>
            <a:r>
              <a:rPr lang="ko-KR" altLang="en-US" sz="2800" dirty="0"/>
              <a:t> </a:t>
            </a:r>
            <a:r>
              <a:rPr lang="ko-KR" altLang="en-US" sz="2800" dirty="0" err="1"/>
              <a:t>다른가</a:t>
            </a:r>
            <a:endParaRPr lang="ko-KR" altLang="en-US" sz="2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775DAA-66C2-4B8E-8AE2-EB42EB6DA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800" dirty="0"/>
              <a:t>데이터는 </a:t>
            </a:r>
            <a:r>
              <a:rPr lang="en-US" altLang="ko-KR" sz="1800" dirty="0"/>
              <a:t>Tensor</a:t>
            </a:r>
            <a:r>
              <a:rPr lang="ko-KR" altLang="en-US" sz="1800" dirty="0"/>
              <a:t>로 표현된다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en-US" altLang="ko-KR" sz="1800" dirty="0"/>
              <a:t>Variable</a:t>
            </a:r>
            <a:r>
              <a:rPr lang="ko-KR" altLang="en-US" sz="1800" dirty="0"/>
              <a:t>는 그 상태를 유지한다</a:t>
            </a:r>
            <a:r>
              <a:rPr lang="en-US" altLang="ko-KR" sz="1800" dirty="0"/>
              <a:t>.   </a:t>
            </a:r>
            <a:r>
              <a:rPr lang="en-US" altLang="ko-KR" sz="1800" dirty="0">
                <a:solidFill>
                  <a:srgbClr val="FF0000"/>
                </a:solidFill>
              </a:rPr>
              <a:t>-?????????</a:t>
            </a:r>
          </a:p>
          <a:p>
            <a:endParaRPr lang="en-US" altLang="ko-KR" sz="1800" dirty="0"/>
          </a:p>
          <a:p>
            <a:r>
              <a:rPr lang="ko-KR" altLang="en-US" sz="1800" dirty="0"/>
              <a:t>연산</a:t>
            </a:r>
            <a:r>
              <a:rPr lang="en-US" altLang="ko-KR" sz="1800" dirty="0"/>
              <a:t>(computation)</a:t>
            </a:r>
            <a:r>
              <a:rPr lang="ko-KR" altLang="en-US" sz="1800" dirty="0"/>
              <a:t>은 그래프로 표현한다</a:t>
            </a:r>
            <a:r>
              <a:rPr lang="en-US" altLang="ko-KR" sz="1800" dirty="0"/>
              <a:t>. (Node</a:t>
            </a:r>
            <a:r>
              <a:rPr lang="ko-KR" altLang="en-US" sz="1800" dirty="0"/>
              <a:t> </a:t>
            </a:r>
            <a:r>
              <a:rPr lang="en-US" altLang="ko-KR" sz="1800" dirty="0"/>
              <a:t>+</a:t>
            </a:r>
            <a:r>
              <a:rPr lang="ko-KR" altLang="en-US" sz="1800" dirty="0"/>
              <a:t> </a:t>
            </a:r>
            <a:r>
              <a:rPr lang="en-US" altLang="ko-KR" sz="1800" dirty="0"/>
              <a:t>Edge)</a:t>
            </a:r>
          </a:p>
          <a:p>
            <a:endParaRPr lang="en-US" altLang="ko-KR" sz="1800" dirty="0"/>
          </a:p>
          <a:p>
            <a:r>
              <a:rPr lang="en-US" altLang="ko-KR" sz="1800" dirty="0"/>
              <a:t>Node</a:t>
            </a:r>
            <a:r>
              <a:rPr lang="ko-KR" altLang="en-US" sz="1800" dirty="0"/>
              <a:t>는 </a:t>
            </a:r>
            <a:r>
              <a:rPr lang="en-US" altLang="ko-KR" sz="1800" dirty="0"/>
              <a:t>Op (operation, </a:t>
            </a:r>
            <a:r>
              <a:rPr lang="ko-KR" altLang="en-US" sz="1800" dirty="0"/>
              <a:t>작업</a:t>
            </a:r>
            <a:r>
              <a:rPr lang="en-US" altLang="ko-KR" sz="1800" dirty="0"/>
              <a:t>) </a:t>
            </a:r>
            <a:r>
              <a:rPr lang="ko-KR" altLang="en-US" sz="1800" dirty="0"/>
              <a:t>이라고도</a:t>
            </a:r>
            <a:r>
              <a:rPr lang="en-US" altLang="ko-KR" sz="1800" dirty="0"/>
              <a:t> </a:t>
            </a:r>
            <a:r>
              <a:rPr lang="ko-KR" altLang="en-US" sz="1800" dirty="0"/>
              <a:t>부른다</a:t>
            </a:r>
            <a:r>
              <a:rPr lang="en-US" altLang="ko-KR" sz="1800" dirty="0"/>
              <a:t>.</a:t>
            </a:r>
          </a:p>
          <a:p>
            <a:pPr marL="146050" indent="0">
              <a:buNone/>
            </a:pPr>
            <a:endParaRPr lang="en-US" altLang="ko-KR" sz="1800" dirty="0"/>
          </a:p>
          <a:p>
            <a:r>
              <a:rPr lang="ko-KR" altLang="en-US" sz="1800" dirty="0"/>
              <a:t>그래프는 세션 내에서 실행된다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933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F38E2-4C94-40E1-90C6-3AE6B8CF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-  </a:t>
            </a:r>
            <a:r>
              <a:rPr lang="ko-KR" altLang="en-US" dirty="0"/>
              <a:t>사용 단계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726E48-88CB-4BE5-B4C6-30822DDE6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endParaRPr lang="en-US" altLang="ko-KR" sz="1800" dirty="0"/>
          </a:p>
          <a:p>
            <a:r>
              <a:rPr lang="ko-KR" altLang="en-US" sz="1800" dirty="0"/>
              <a:t>구성 단계</a:t>
            </a:r>
            <a:endParaRPr lang="en-US" altLang="ko-KR" sz="1800" dirty="0"/>
          </a:p>
          <a:p>
            <a:pPr lvl="1"/>
            <a:r>
              <a:rPr lang="ko-KR" altLang="en-US" sz="1600" dirty="0"/>
              <a:t>그래프 조립</a:t>
            </a:r>
            <a:endParaRPr lang="en-US" altLang="ko-KR" sz="1600" dirty="0"/>
          </a:p>
          <a:p>
            <a:pPr marL="146050" indent="0">
              <a:buNone/>
            </a:pP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실행 단계</a:t>
            </a:r>
            <a:endParaRPr lang="en-US" altLang="ko-KR" sz="1800" dirty="0"/>
          </a:p>
          <a:p>
            <a:pPr lvl="1"/>
            <a:r>
              <a:rPr lang="en-US" altLang="ko-KR" sz="1600" dirty="0"/>
              <a:t>Session</a:t>
            </a:r>
            <a:r>
              <a:rPr lang="ko-KR" altLang="en-US" sz="1600" dirty="0"/>
              <a:t>으로  그래프의 작업</a:t>
            </a:r>
            <a:r>
              <a:rPr lang="en-US" altLang="ko-KR" sz="1600" dirty="0"/>
              <a:t>(Operation)</a:t>
            </a:r>
            <a:r>
              <a:rPr lang="ko-KR" altLang="en-US" sz="1600" dirty="0"/>
              <a:t>을 실행한다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642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228E06D-A202-4AF3-ADA0-019EE006F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7369CA-531D-4FCF-94CC-0D35376B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043E75-751C-4CFD-9B52-64DAD70D0BE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26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58A62-7933-45E2-AA42-ECA43625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 </a:t>
            </a:r>
            <a:r>
              <a:rPr lang="ko-KR" altLang="en-US" dirty="0"/>
              <a:t>그래프 만들기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DB2C5B-41DD-4CB4-B09F-69D6D6E1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작업에 따라서 조립 방법이 다르다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1200" dirty="0"/>
              <a:t>방법론</a:t>
            </a:r>
            <a:r>
              <a:rPr lang="en-US" altLang="ko-KR" sz="1200" dirty="0"/>
              <a:t>(Linear</a:t>
            </a:r>
            <a:r>
              <a:rPr lang="ko-KR" altLang="en-US" sz="1200" dirty="0"/>
              <a:t> </a:t>
            </a:r>
            <a:r>
              <a:rPr lang="en-US" altLang="ko-KR" sz="1200" dirty="0"/>
              <a:t>Regression , Logistic Regression, </a:t>
            </a:r>
            <a:r>
              <a:rPr lang="en-US" altLang="ko-KR" sz="1200" dirty="0" err="1"/>
              <a:t>Softmax</a:t>
            </a:r>
            <a:r>
              <a:rPr lang="en-US" altLang="ko-KR" sz="1200" dirty="0"/>
              <a:t> Regression …)</a:t>
            </a:r>
          </a:p>
          <a:p>
            <a:pPr lvl="1"/>
            <a:r>
              <a:rPr lang="ko-KR" altLang="en-US" sz="1200" dirty="0"/>
              <a:t>방법론을 사용하는 차원에 따라서 다르다</a:t>
            </a:r>
            <a:endParaRPr lang="en-US" altLang="ko-KR" sz="1200" dirty="0"/>
          </a:p>
          <a:p>
            <a:pPr lvl="1"/>
            <a:r>
              <a:rPr lang="ko-KR" altLang="en-US" sz="1200" dirty="0"/>
              <a:t>데이터의 종류와 다루는 방식</a:t>
            </a:r>
            <a:endParaRPr lang="en-US" altLang="ko-KR" sz="1200" dirty="0"/>
          </a:p>
          <a:p>
            <a:endParaRPr lang="en-US" altLang="ko-KR" sz="2000" dirty="0"/>
          </a:p>
          <a:p>
            <a:r>
              <a:rPr lang="ko-KR" altLang="en-US" sz="2000" dirty="0"/>
              <a:t>직접 해보고 부딪치면서 습득할 것</a:t>
            </a:r>
          </a:p>
        </p:txBody>
      </p:sp>
    </p:spTree>
    <p:extLst>
      <p:ext uri="{BB962C8B-B14F-4D97-AF65-F5344CB8AC3E}">
        <p14:creationId xmlns:p14="http://schemas.microsoft.com/office/powerpoint/2010/main" val="2463499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58A62-7933-45E2-AA42-ECA43625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 </a:t>
            </a:r>
            <a:r>
              <a:rPr lang="ko-KR" altLang="en-US" dirty="0"/>
              <a:t>그래프 실행하기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DB2C5B-41DD-4CB4-B09F-69D6D6E1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세션 객체를 만든다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dirty="0" err="1"/>
              <a:t>Sess</a:t>
            </a:r>
            <a:r>
              <a:rPr lang="en-US" altLang="ko-KR" dirty="0"/>
              <a:t> = </a:t>
            </a:r>
            <a:r>
              <a:rPr lang="en-US" altLang="ko-KR" dirty="0" err="1"/>
              <a:t>tf.Session</a:t>
            </a:r>
            <a:r>
              <a:rPr lang="en-US" altLang="ko-KR" dirty="0"/>
              <a:t>();</a:t>
            </a:r>
          </a:p>
          <a:p>
            <a:endParaRPr lang="en-US" altLang="ko-KR" sz="1200" dirty="0"/>
          </a:p>
          <a:p>
            <a:r>
              <a:rPr lang="ko-KR" altLang="en-US" sz="1200" dirty="0"/>
              <a:t>정의된 그래프의 </a:t>
            </a:r>
            <a:r>
              <a:rPr lang="en-US" altLang="ko-KR" sz="1200" dirty="0"/>
              <a:t>operation</a:t>
            </a:r>
            <a:r>
              <a:rPr lang="ko-KR" altLang="en-US" sz="1200" dirty="0"/>
              <a:t>을 세션에서 실행한다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dirty="0"/>
              <a:t>Result = </a:t>
            </a:r>
            <a:r>
              <a:rPr lang="en-US" altLang="ko-KR" dirty="0" err="1"/>
              <a:t>sess.run</a:t>
            </a:r>
            <a:r>
              <a:rPr lang="en-US" altLang="ko-KR" dirty="0"/>
              <a:t>( </a:t>
            </a:r>
            <a:r>
              <a:rPr lang="ko-KR" altLang="en-US" dirty="0"/>
              <a:t>작업 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혹은 </a:t>
            </a:r>
            <a:r>
              <a:rPr lang="en-US" altLang="ko-KR" dirty="0"/>
              <a:t>result = </a:t>
            </a:r>
            <a:r>
              <a:rPr lang="en-US" altLang="ko-KR" dirty="0" err="1"/>
              <a:t>tf.Session</a:t>
            </a:r>
            <a:r>
              <a:rPr lang="en-US" altLang="ko-KR" dirty="0"/>
              <a:t>().run( </a:t>
            </a:r>
            <a:r>
              <a:rPr lang="ko-KR" altLang="en-US" dirty="0"/>
              <a:t>작업 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sz="1200" dirty="0"/>
              <a:t>실행이 끝나면 세션을 종료한다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dirty="0" err="1"/>
              <a:t>sess.Close</a:t>
            </a:r>
            <a:r>
              <a:rPr lang="en-US" altLang="ko-K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5786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D07B9-4436-4CB1-8D26-09379215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 </a:t>
            </a:r>
            <a:r>
              <a:rPr lang="ko-KR" altLang="en-US" dirty="0"/>
              <a:t>그래프 실행하기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B7B8E-E609-4EB2-82E3-75F78C6A2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600" dirty="0"/>
              <a:t>연산에는 시스템 자원이 쓰인다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400" dirty="0"/>
              <a:t>-&gt; </a:t>
            </a:r>
            <a:r>
              <a:rPr lang="ko-KR" altLang="en-US" sz="1400" dirty="0"/>
              <a:t>자원을 되돌리려면 연산이 끝났을 때 </a:t>
            </a:r>
            <a:r>
              <a:rPr lang="en-US" altLang="ko-KR" sz="1400" dirty="0"/>
              <a:t>Session</a:t>
            </a:r>
            <a:r>
              <a:rPr lang="ko-KR" altLang="en-US" sz="1400" dirty="0"/>
              <a:t>을 닫아줘야 한다</a:t>
            </a:r>
            <a:r>
              <a:rPr lang="en-US" altLang="ko-KR" sz="14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각 </a:t>
            </a:r>
            <a:r>
              <a:rPr lang="en-US" altLang="ko-KR" sz="1600" dirty="0"/>
              <a:t>Session</a:t>
            </a:r>
            <a:r>
              <a:rPr lang="ko-KR" altLang="en-US" sz="1600" dirty="0"/>
              <a:t>은 </a:t>
            </a:r>
            <a:r>
              <a:rPr lang="en-US" altLang="ko-KR" sz="1600" dirty="0"/>
              <a:t>Context Manager</a:t>
            </a:r>
            <a:r>
              <a:rPr lang="ko-KR" altLang="en-US" sz="1600" dirty="0"/>
              <a:t>을 가지고 있다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400" dirty="0"/>
              <a:t>With </a:t>
            </a:r>
            <a:r>
              <a:rPr lang="ko-KR" altLang="en-US" sz="1400" dirty="0"/>
              <a:t>구문을 사용하면 자동으로 </a:t>
            </a:r>
            <a:r>
              <a:rPr lang="en-US" altLang="ko-KR" sz="1400" dirty="0"/>
              <a:t>close()</a:t>
            </a:r>
            <a:r>
              <a:rPr lang="ko-KR" altLang="en-US" sz="1400" dirty="0"/>
              <a:t>가</a:t>
            </a:r>
            <a:r>
              <a:rPr lang="en-US" altLang="ko-KR" sz="1400" dirty="0"/>
              <a:t> </a:t>
            </a:r>
            <a:r>
              <a:rPr lang="ko-KR" altLang="en-US" sz="1400" dirty="0"/>
              <a:t>호출된다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7EF772-C8A5-4224-856D-84A62122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364" y="3573881"/>
            <a:ext cx="3399448" cy="134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9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D07B9-4436-4CB1-8D26-09379215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 </a:t>
            </a:r>
            <a:r>
              <a:rPr lang="ko-KR" altLang="en-US" dirty="0"/>
              <a:t>그래프 실행하기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B7B8E-E609-4EB2-82E3-75F78C6A2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600" dirty="0"/>
              <a:t>연산에는 시스템 자원이 쓰인다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400" dirty="0"/>
              <a:t>-&gt; </a:t>
            </a:r>
            <a:r>
              <a:rPr lang="ko-KR" altLang="en-US" sz="1400" dirty="0"/>
              <a:t>자원을 되돌리려면 연산이 끝났을 때 </a:t>
            </a:r>
            <a:r>
              <a:rPr lang="en-US" altLang="ko-KR" sz="1400" dirty="0"/>
              <a:t>Session</a:t>
            </a:r>
            <a:r>
              <a:rPr lang="ko-KR" altLang="en-US" sz="1400" dirty="0"/>
              <a:t>을 닫아줘야 한다</a:t>
            </a:r>
            <a:r>
              <a:rPr lang="en-US" altLang="ko-KR" sz="14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각 </a:t>
            </a:r>
            <a:r>
              <a:rPr lang="en-US" altLang="ko-KR" sz="1600" dirty="0"/>
              <a:t>Session</a:t>
            </a:r>
            <a:r>
              <a:rPr lang="ko-KR" altLang="en-US" sz="1600" dirty="0"/>
              <a:t>은 </a:t>
            </a:r>
            <a:r>
              <a:rPr lang="en-US" altLang="ko-KR" sz="1600" dirty="0">
                <a:solidFill>
                  <a:srgbClr val="FF0000"/>
                </a:solidFill>
              </a:rPr>
              <a:t>Context Manager</a:t>
            </a:r>
            <a:r>
              <a:rPr lang="ko-KR" altLang="en-US" sz="1600" dirty="0"/>
              <a:t>을 가지고 있다</a:t>
            </a:r>
            <a:r>
              <a:rPr lang="en-US" altLang="ko-KR" sz="1600" dirty="0"/>
              <a:t>. </a:t>
            </a:r>
            <a:r>
              <a:rPr lang="en-US" altLang="ko-KR" sz="1600" dirty="0">
                <a:solidFill>
                  <a:srgbClr val="FF0000"/>
                </a:solidFill>
              </a:rPr>
              <a:t>-????????</a:t>
            </a:r>
          </a:p>
          <a:p>
            <a:pPr lvl="1"/>
            <a:r>
              <a:rPr lang="en-US" altLang="ko-KR" sz="1400" dirty="0"/>
              <a:t>With </a:t>
            </a:r>
            <a:r>
              <a:rPr lang="ko-KR" altLang="en-US" sz="1400" dirty="0"/>
              <a:t>구문을 사용하면 자동으로 </a:t>
            </a:r>
            <a:r>
              <a:rPr lang="en-US" altLang="ko-KR" sz="1400" dirty="0"/>
              <a:t>close()</a:t>
            </a:r>
            <a:r>
              <a:rPr lang="ko-KR" altLang="en-US" sz="1400" dirty="0"/>
              <a:t>가</a:t>
            </a:r>
            <a:r>
              <a:rPr lang="en-US" altLang="ko-KR" sz="1400" dirty="0"/>
              <a:t> </a:t>
            </a:r>
            <a:r>
              <a:rPr lang="ko-KR" altLang="en-US" sz="1400" dirty="0"/>
              <a:t>호출된다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7EF772-C8A5-4224-856D-84A62122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364" y="3573881"/>
            <a:ext cx="3399448" cy="134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75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CA3C9-88A5-436E-AB85-E9424FB8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 Tensor?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6F314-648D-405C-8F3A-B5B18EFB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 dirty="0" err="1"/>
              <a:t>텐서플로우에서</a:t>
            </a:r>
            <a:r>
              <a:rPr lang="ko-KR" altLang="en-US" sz="2000" dirty="0"/>
              <a:t> 모든 데이터는 </a:t>
            </a:r>
            <a:r>
              <a:rPr lang="en-US" altLang="ko-KR" sz="2000" dirty="0"/>
              <a:t>tensor</a:t>
            </a:r>
            <a:r>
              <a:rPr lang="ko-KR" altLang="en-US" sz="2000" dirty="0"/>
              <a:t>로 표현된다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모든 </a:t>
            </a:r>
            <a:r>
              <a:rPr lang="en-US" altLang="ko-KR" sz="2000" dirty="0"/>
              <a:t>operation</a:t>
            </a:r>
            <a:r>
              <a:rPr lang="ko-KR" altLang="en-US" sz="2000" dirty="0"/>
              <a:t>은 </a:t>
            </a:r>
            <a:r>
              <a:rPr lang="en-US" altLang="ko-KR" sz="2000" dirty="0"/>
              <a:t>tensor</a:t>
            </a:r>
            <a:r>
              <a:rPr lang="ko-KR" altLang="en-US" sz="2000" dirty="0"/>
              <a:t>만 주고받는다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Static type, Rank(</a:t>
            </a:r>
            <a:r>
              <a:rPr lang="ko-KR" altLang="en-US" sz="2000" dirty="0"/>
              <a:t>차원</a:t>
            </a:r>
            <a:r>
              <a:rPr lang="en-US" altLang="ko-KR" sz="2000" dirty="0"/>
              <a:t>), Shape </a:t>
            </a:r>
            <a:r>
              <a:rPr lang="ko-KR" altLang="en-US" sz="2000" dirty="0"/>
              <a:t>으로 이루어져 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4856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CA3C9-88A5-436E-AB85-E9424FB8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 Tensor?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6F314-648D-405C-8F3A-B5B18EFB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2000" dirty="0"/>
          </a:p>
          <a:p>
            <a:r>
              <a:rPr lang="en-US" altLang="ko-KR" sz="2000" dirty="0"/>
              <a:t>Rank : </a:t>
            </a:r>
            <a:r>
              <a:rPr lang="ko-KR" altLang="en-US" sz="2000" dirty="0" err="1"/>
              <a:t>텐서의</a:t>
            </a:r>
            <a:r>
              <a:rPr lang="ko-KR" altLang="en-US" sz="2000" dirty="0"/>
              <a:t> 차원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헷갈릴 때는 </a:t>
            </a:r>
            <a:r>
              <a:rPr lang="en-US" altLang="ko-KR" sz="1800" dirty="0"/>
              <a:t>?</a:t>
            </a:r>
            <a:br>
              <a:rPr lang="en-US" altLang="ko-KR" sz="1800" dirty="0"/>
            </a:br>
            <a:r>
              <a:rPr lang="ko-KR" altLang="en-US" sz="1800" dirty="0"/>
              <a:t>괄호의 깊이 수를 확인하자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2C9C8AA-6F03-4B44-B402-4F424AEB9E6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B1255E-E88C-4C8D-82B4-6F7BF4E94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892" y="1562282"/>
            <a:ext cx="2429857" cy="29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CA3C9-88A5-436E-AB85-E9424FB8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 Tensor?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6F314-648D-405C-8F3A-B5B18EFB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2000" dirty="0"/>
          </a:p>
          <a:p>
            <a:r>
              <a:rPr lang="en-US" altLang="ko-KR" sz="2000" dirty="0"/>
              <a:t>Shape : </a:t>
            </a:r>
            <a:r>
              <a:rPr lang="ko-KR" altLang="en-US" sz="2000" dirty="0" err="1"/>
              <a:t>텐서의</a:t>
            </a:r>
            <a:r>
              <a:rPr lang="ko-KR" altLang="en-US" sz="2000" dirty="0"/>
              <a:t> 모양</a:t>
            </a:r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Ex)</a:t>
            </a:r>
            <a:r>
              <a:rPr lang="ko-KR" altLang="en-US" sz="1800" dirty="0"/>
              <a:t>  </a:t>
            </a:r>
            <a:r>
              <a:rPr lang="en-US" altLang="ko-KR" sz="1800" dirty="0"/>
              <a:t>2</a:t>
            </a:r>
            <a:r>
              <a:rPr lang="ko-KR" altLang="en-US" sz="1800" dirty="0"/>
              <a:t>차원 행렬은 </a:t>
            </a:r>
            <a:r>
              <a:rPr lang="en-US" altLang="ko-KR" sz="1800" dirty="0"/>
              <a:t>m X n</a:t>
            </a:r>
            <a:endParaRPr lang="ko-KR" altLang="en-US" sz="18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2C9C8AA-6F03-4B44-B402-4F424AEB9E6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F1FCF3-1F35-4891-B911-301797646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221" y="2223670"/>
            <a:ext cx="3403179" cy="106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30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CA3C9-88A5-436E-AB85-E9424FB8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br>
              <a:rPr lang="en-US" altLang="ko-KR" dirty="0"/>
            </a:br>
            <a:r>
              <a:rPr lang="en-US" altLang="ko-KR" dirty="0"/>
              <a:t>Computation</a:t>
            </a:r>
            <a:r>
              <a:rPr lang="ko-KR" altLang="en-US" dirty="0"/>
              <a:t> </a:t>
            </a:r>
            <a:r>
              <a:rPr lang="en-US" altLang="ko-KR" dirty="0"/>
              <a:t>graph –</a:t>
            </a:r>
            <a:r>
              <a:rPr lang="ko-KR" altLang="en-US" dirty="0"/>
              <a:t>데이터타입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6F314-648D-405C-8F3A-B5B18EFB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endParaRPr lang="ko-KR" altLang="en-US" sz="18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2C9C8AA-6F03-4B44-B402-4F424AEB9E6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46050" indent="0">
              <a:buNone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F44B73-7C0A-4D04-9217-C0F42BB26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497" y="1562281"/>
            <a:ext cx="2438246" cy="29112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37B7E48-61AE-44CA-B260-5F4C48541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764" y="1572534"/>
            <a:ext cx="1815740" cy="292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11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95EC8D7-0472-41F3-9D79-DB4951D8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</p:spPr>
        <p:txBody>
          <a:bodyPr/>
          <a:lstStyle/>
          <a:p>
            <a:r>
              <a:rPr lang="ko-KR" altLang="en-US" dirty="0" err="1"/>
              <a:t>텐서플로우</a:t>
            </a:r>
            <a:r>
              <a:rPr lang="ko-KR" altLang="en-US" dirty="0"/>
              <a:t> 실행 과정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8DCC9D6-37A3-4B2F-AF69-C004989E8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88950" indent="-342900">
              <a:buFont typeface="+mj-lt"/>
              <a:buAutoNum type="arabicPeriod"/>
            </a:pPr>
            <a:r>
              <a:rPr lang="ko-KR" altLang="en-US" sz="1800" dirty="0"/>
              <a:t>데이터를 준비한다</a:t>
            </a:r>
            <a:r>
              <a:rPr lang="en-US" altLang="ko-KR" sz="1800" dirty="0"/>
              <a:t>.</a:t>
            </a:r>
          </a:p>
          <a:p>
            <a:pPr marL="488950" indent="-342900">
              <a:buFont typeface="+mj-lt"/>
              <a:buAutoNum type="arabicPeriod"/>
            </a:pPr>
            <a:endParaRPr lang="en-US" altLang="ko-KR" sz="1800" dirty="0"/>
          </a:p>
          <a:p>
            <a:pPr marL="488950" indent="-342900">
              <a:buFont typeface="+mj-lt"/>
              <a:buAutoNum type="arabicPeriod"/>
            </a:pPr>
            <a:r>
              <a:rPr lang="en-US" altLang="ko-KR" sz="1800" dirty="0"/>
              <a:t>placeholder</a:t>
            </a:r>
            <a:r>
              <a:rPr lang="ko-KR" altLang="en-US" sz="1800" dirty="0"/>
              <a:t>를 만들고 입력 형태</a:t>
            </a:r>
            <a:r>
              <a:rPr lang="en-US" altLang="ko-KR" sz="1800" dirty="0"/>
              <a:t>(input type)</a:t>
            </a:r>
            <a:r>
              <a:rPr lang="ko-KR" altLang="en-US" sz="1800" dirty="0"/>
              <a:t>를 정의한다</a:t>
            </a:r>
            <a:r>
              <a:rPr lang="en-US" altLang="ko-KR" sz="1800" dirty="0"/>
              <a:t>.</a:t>
            </a:r>
          </a:p>
          <a:p>
            <a:pPr marL="488950" indent="-342900">
              <a:buFont typeface="+mj-lt"/>
              <a:buAutoNum type="arabicPeriod"/>
            </a:pPr>
            <a:endParaRPr lang="en-US" altLang="ko-KR" sz="1800" dirty="0"/>
          </a:p>
          <a:p>
            <a:pPr marL="488950" indent="-342900">
              <a:buFont typeface="+mj-lt"/>
              <a:buAutoNum type="arabicPeriod"/>
            </a:pPr>
            <a:r>
              <a:rPr lang="ko-KR" altLang="en-US" sz="1800" dirty="0"/>
              <a:t>그래프를 만든다</a:t>
            </a:r>
            <a:r>
              <a:rPr lang="en-US" altLang="ko-KR" sz="1800" dirty="0"/>
              <a:t>. (3</a:t>
            </a:r>
            <a:r>
              <a:rPr lang="ko-KR" altLang="en-US" sz="1800" dirty="0"/>
              <a:t>가지 과정이 있다</a:t>
            </a:r>
            <a:r>
              <a:rPr lang="en-US" altLang="ko-KR" sz="1800" dirty="0"/>
              <a:t>.)</a:t>
            </a:r>
          </a:p>
          <a:p>
            <a:pPr marL="488950" indent="-342900">
              <a:buFont typeface="+mj-lt"/>
              <a:buAutoNum type="arabicPeriod"/>
            </a:pPr>
            <a:endParaRPr lang="en-US" altLang="ko-KR" sz="1800" dirty="0"/>
          </a:p>
          <a:p>
            <a:pPr marL="488950" indent="-342900">
              <a:buFont typeface="+mj-lt"/>
              <a:buAutoNum type="arabicPeriod"/>
            </a:pPr>
            <a:r>
              <a:rPr lang="ko-KR" altLang="en-US" sz="1800" dirty="0"/>
              <a:t>모델을 학습시킨다</a:t>
            </a:r>
            <a:r>
              <a:rPr lang="en-US" altLang="ko-KR" sz="1800" dirty="0"/>
              <a:t>. (</a:t>
            </a:r>
            <a:r>
              <a:rPr lang="ko-KR" altLang="en-US" sz="1800" dirty="0"/>
              <a:t>과정이 좀 많다</a:t>
            </a:r>
            <a:r>
              <a:rPr lang="en-US" altLang="ko-KR" sz="1800" dirty="0"/>
              <a:t>.)</a:t>
            </a:r>
          </a:p>
          <a:p>
            <a:pPr marL="488950" indent="-342900">
              <a:buFont typeface="+mj-lt"/>
              <a:buAutoNum type="arabicPeriod"/>
            </a:pPr>
            <a:endParaRPr lang="en-US" altLang="ko-KR" sz="1800" dirty="0"/>
          </a:p>
          <a:p>
            <a:pPr marL="488950" indent="-342900">
              <a:buFont typeface="+mj-lt"/>
              <a:buAutoNum type="arabicPeriod"/>
            </a:pPr>
            <a:r>
              <a:rPr lang="ko-KR" altLang="en-US" sz="1800" dirty="0"/>
              <a:t>모델을 평가한다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8631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95EC8D7-0472-41F3-9D79-DB4951D8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</p:spPr>
        <p:txBody>
          <a:bodyPr/>
          <a:lstStyle/>
          <a:p>
            <a:r>
              <a:rPr lang="ko-KR" altLang="en-US" dirty="0" err="1"/>
              <a:t>텐서플로우</a:t>
            </a:r>
            <a:r>
              <a:rPr lang="ko-KR" altLang="en-US" dirty="0"/>
              <a:t> 실행 과정</a:t>
            </a:r>
            <a:br>
              <a:rPr lang="en-US" altLang="ko-KR" dirty="0"/>
            </a:br>
            <a:r>
              <a:rPr lang="ko-KR" altLang="en-US" dirty="0"/>
              <a:t>그래프 만들기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8DCC9D6-37A3-4B2F-AF69-C004989E8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88950" indent="-342900">
              <a:buFont typeface="+mj-lt"/>
              <a:buAutoNum type="arabicPeriod"/>
            </a:pPr>
            <a:r>
              <a:rPr lang="en-US" altLang="ko-KR" sz="1800" dirty="0"/>
              <a:t>Inference</a:t>
            </a:r>
          </a:p>
          <a:p>
            <a:pPr marL="488950" indent="-342900">
              <a:buFont typeface="+mj-lt"/>
              <a:buAutoNum type="arabicPeriod"/>
            </a:pPr>
            <a:endParaRPr lang="en-US" altLang="ko-KR" sz="1800" dirty="0"/>
          </a:p>
          <a:p>
            <a:pPr marL="488950" indent="-342900">
              <a:buFont typeface="+mj-lt"/>
              <a:buAutoNum type="arabicPeriod"/>
            </a:pPr>
            <a:r>
              <a:rPr lang="en-US" altLang="ko-KR" sz="1800" dirty="0"/>
              <a:t>Loss</a:t>
            </a:r>
          </a:p>
          <a:p>
            <a:pPr marL="488950" indent="-342900">
              <a:buFont typeface="+mj-lt"/>
              <a:buAutoNum type="arabicPeriod"/>
            </a:pPr>
            <a:endParaRPr lang="en-US" altLang="ko-KR" sz="1800" dirty="0"/>
          </a:p>
          <a:p>
            <a:pPr marL="488950" indent="-342900">
              <a:buFont typeface="+mj-lt"/>
              <a:buAutoNum type="arabicPeriod"/>
            </a:pPr>
            <a:r>
              <a:rPr lang="en-US" altLang="ko-KR" sz="1800" dirty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1416516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C6488-35DF-410C-A783-BABA1D3E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</a:t>
            </a:r>
            <a:r>
              <a:rPr lang="en-US" altLang="ko-KR" dirty="0"/>
              <a:t>ppt</a:t>
            </a:r>
            <a:r>
              <a:rPr lang="ko-KR" altLang="en-US" dirty="0"/>
              <a:t>에서 만들 것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만들어 보고 </a:t>
            </a:r>
            <a:r>
              <a:rPr lang="ko-KR" altLang="en-US" dirty="0" err="1"/>
              <a:t>싶은것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20B94B-BAA3-4B26-BC4E-1D3B7859E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Linear Regression</a:t>
            </a:r>
            <a:r>
              <a:rPr lang="ko-KR" altLang="en-US" sz="2000" dirty="0"/>
              <a:t>으로 실습해보는 과정 </a:t>
            </a:r>
            <a:r>
              <a:rPr lang="ko-KR" altLang="en-US" sz="2000" dirty="0" err="1"/>
              <a:t>적어보기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Linear Regression</a:t>
            </a:r>
            <a:r>
              <a:rPr lang="ko-KR" altLang="en-US" sz="2000" dirty="0"/>
              <a:t>으로 해결할 수 있는 문제 </a:t>
            </a:r>
            <a:r>
              <a:rPr lang="ko-KR" altLang="en-US" sz="2000" dirty="0" err="1"/>
              <a:t>적어보기</a:t>
            </a:r>
            <a:endParaRPr lang="en-US" altLang="ko-KR" sz="2000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6274394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389</Words>
  <Application>Microsoft Office PowerPoint</Application>
  <PresentationFormat>화면 슬라이드 쇼(16:9)</PresentationFormat>
  <Paragraphs>107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Montserrat</vt:lpstr>
      <vt:lpstr>Lato</vt:lpstr>
      <vt:lpstr>Arial</vt:lpstr>
      <vt:lpstr>Focus</vt:lpstr>
      <vt:lpstr>Tensorflow 사용하기</vt:lpstr>
      <vt:lpstr>나는 Tensorflow를 왜 하는가?</vt:lpstr>
      <vt:lpstr>Tensorflow 코드는 일반 코드랑 다른가</vt:lpstr>
      <vt:lpstr>Tensorflow 코드는 일반 코드랑 다른가</vt:lpstr>
      <vt:lpstr>Tensorflow Computation graph -  사용 단계</vt:lpstr>
      <vt:lpstr>PowerPoint 프레젠테이션</vt:lpstr>
      <vt:lpstr>Tensorflow Computation graph – 그래프 만들기</vt:lpstr>
      <vt:lpstr>Tensorflow Computation graph – 그래프 실행하기</vt:lpstr>
      <vt:lpstr>Tensorflow Computation graph – 그래프 실행하기</vt:lpstr>
      <vt:lpstr>Tensorflow Computation graph – 그래프 실행하기</vt:lpstr>
      <vt:lpstr>Tensorflow Computation graph – Tensor?</vt:lpstr>
      <vt:lpstr>Tensorflow Computation graph – Tensor?</vt:lpstr>
      <vt:lpstr>Tensorflow Computation graph – Tensor?</vt:lpstr>
      <vt:lpstr>Tensorflow Computation graph –데이터타입</vt:lpstr>
      <vt:lpstr>텐서플로우 실행 과정</vt:lpstr>
      <vt:lpstr>텐서플로우 실행 과정 그래프 만들기</vt:lpstr>
      <vt:lpstr>다음 ppt에서 만들 것 (만들어 보고 싶은것)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Tensorflow 사용하기</dc:title>
  <dc:creator>Sumin</dc:creator>
  <cp:lastModifiedBy>ty9532@naver.com</cp:lastModifiedBy>
  <cp:revision>14</cp:revision>
  <dcterms:modified xsi:type="dcterms:W3CDTF">2018-05-05T09:45:41Z</dcterms:modified>
</cp:coreProperties>
</file>